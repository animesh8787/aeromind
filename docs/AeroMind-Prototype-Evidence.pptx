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521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5213F"/>
                </a:solidFill>
                <a:latin typeface="Arial"/>
              </a:rPr>
              <a:t>Outer-race signature (BPFO envelope SNR) vs test hour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Bearing 1 (failed: outer race)</c:v>
                </c:pt>
              </c:strCache>
            </c:strRef>
          </c:tx>
          <c:spPr>
            <a:solidFill>
              <a:srgbClr val="E0703A"/>
            </a:solidFill>
            <a:ln w="25400" cap="flat">
              <a:solidFill>
                <a:srgbClr val="E070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0703A"/>
              </a:solidFill>
              <a:ln w="9525" cap="flat">
                <a:solidFill>
                  <a:srgbClr val="E070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Sheet1!$A$2:$A$124</c:f>
              <c:multiLvlStrCache>
                <c:ptCount val="123"/>
                <c:lvl>
                  <c:pt idx="0">
                    <c:v>0</c:v>
                  </c:pt>
                  <c:pt idx="1">
                    <c:v>1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11</c:v>
                  </c:pt>
                  <c:pt idx="9">
                    <c:v>12</c:v>
                  </c:pt>
                  <c:pt idx="10">
                    <c:v>13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  <c:pt idx="14">
                    <c:v>19</c:v>
                  </c:pt>
                  <c:pt idx="15">
                    <c:v>20</c:v>
                  </c:pt>
                  <c:pt idx="16">
                    <c:v>21</c:v>
                  </c:pt>
                  <c:pt idx="17">
                    <c:v>23</c:v>
                  </c:pt>
                  <c:pt idx="18">
                    <c:v>24</c:v>
                  </c:pt>
                  <c:pt idx="19">
                    <c:v>25</c:v>
                  </c:pt>
                  <c:pt idx="20">
                    <c:v>27</c:v>
                  </c:pt>
                  <c:pt idx="21">
                    <c:v>28</c:v>
                  </c:pt>
                  <c:pt idx="22">
                    <c:v>29</c:v>
                  </c:pt>
                  <c:pt idx="23">
                    <c:v>31</c:v>
                  </c:pt>
                  <c:pt idx="24">
                    <c:v>32</c:v>
                  </c:pt>
                  <c:pt idx="25">
                    <c:v>33</c:v>
                  </c:pt>
                  <c:pt idx="26">
                    <c:v>35</c:v>
                  </c:pt>
                  <c:pt idx="27">
                    <c:v>36</c:v>
                  </c:pt>
                  <c:pt idx="28">
                    <c:v>37</c:v>
                  </c:pt>
                  <c:pt idx="29">
                    <c:v>39</c:v>
                  </c:pt>
                  <c:pt idx="30">
                    <c:v>40</c:v>
                  </c:pt>
                  <c:pt idx="31">
                    <c:v>41</c:v>
                  </c:pt>
                  <c:pt idx="32">
                    <c:v>43</c:v>
                  </c:pt>
                  <c:pt idx="33">
                    <c:v>44</c:v>
                  </c:pt>
                  <c:pt idx="34">
                    <c:v>45</c:v>
                  </c:pt>
                  <c:pt idx="35">
                    <c:v>47</c:v>
                  </c:pt>
                  <c:pt idx="36">
                    <c:v>48</c:v>
                  </c:pt>
                  <c:pt idx="37">
                    <c:v>49</c:v>
                  </c:pt>
                  <c:pt idx="38">
                    <c:v>51</c:v>
                  </c:pt>
                  <c:pt idx="39">
                    <c:v>52</c:v>
                  </c:pt>
                  <c:pt idx="40">
                    <c:v>53</c:v>
                  </c:pt>
                  <c:pt idx="41">
                    <c:v>55</c:v>
                  </c:pt>
                  <c:pt idx="42">
                    <c:v>56</c:v>
                  </c:pt>
                  <c:pt idx="43">
                    <c:v>57</c:v>
                  </c:pt>
                  <c:pt idx="44">
                    <c:v>59</c:v>
                  </c:pt>
                  <c:pt idx="45">
                    <c:v>60</c:v>
                  </c:pt>
                  <c:pt idx="46">
                    <c:v>61</c:v>
                  </c:pt>
                  <c:pt idx="47">
                    <c:v>63</c:v>
                  </c:pt>
                  <c:pt idx="48">
                    <c:v>64</c:v>
                  </c:pt>
                  <c:pt idx="49">
                    <c:v>65</c:v>
                  </c:pt>
                  <c:pt idx="50">
                    <c:v>67</c:v>
                  </c:pt>
                  <c:pt idx="51">
                    <c:v>68</c:v>
                  </c:pt>
                  <c:pt idx="52">
                    <c:v>69</c:v>
                  </c:pt>
                  <c:pt idx="53">
                    <c:v>71</c:v>
                  </c:pt>
                  <c:pt idx="54">
                    <c:v>72</c:v>
                  </c:pt>
                  <c:pt idx="55">
                    <c:v>73</c:v>
                  </c:pt>
                  <c:pt idx="56">
                    <c:v>75</c:v>
                  </c:pt>
                  <c:pt idx="57">
                    <c:v>76</c:v>
                  </c:pt>
                  <c:pt idx="58">
                    <c:v>77</c:v>
                  </c:pt>
                  <c:pt idx="59">
                    <c:v>79</c:v>
                  </c:pt>
                  <c:pt idx="60">
                    <c:v>80</c:v>
                  </c:pt>
                  <c:pt idx="61">
                    <c:v>81</c:v>
                  </c:pt>
                  <c:pt idx="62">
                    <c:v>83</c:v>
                  </c:pt>
                  <c:pt idx="63">
                    <c:v>84</c:v>
                  </c:pt>
                  <c:pt idx="64">
                    <c:v>85</c:v>
                  </c:pt>
                  <c:pt idx="65">
                    <c:v>87</c:v>
                  </c:pt>
                  <c:pt idx="66">
                    <c:v>88</c:v>
                  </c:pt>
                  <c:pt idx="67">
                    <c:v>89</c:v>
                  </c:pt>
                  <c:pt idx="68">
                    <c:v>91</c:v>
                  </c:pt>
                  <c:pt idx="69">
                    <c:v>92</c:v>
                  </c:pt>
                  <c:pt idx="70">
                    <c:v>93</c:v>
                  </c:pt>
                  <c:pt idx="71">
                    <c:v>95</c:v>
                  </c:pt>
                  <c:pt idx="72">
                    <c:v>96</c:v>
                  </c:pt>
                  <c:pt idx="73">
                    <c:v>97</c:v>
                  </c:pt>
                  <c:pt idx="74">
                    <c:v>99</c:v>
                  </c:pt>
                  <c:pt idx="75">
                    <c:v>100</c:v>
                  </c:pt>
                  <c:pt idx="76">
                    <c:v>101</c:v>
                  </c:pt>
                  <c:pt idx="77">
                    <c:v>103</c:v>
                  </c:pt>
                  <c:pt idx="78">
                    <c:v>104</c:v>
                  </c:pt>
                  <c:pt idx="79">
                    <c:v>105</c:v>
                  </c:pt>
                  <c:pt idx="80">
                    <c:v>107</c:v>
                  </c:pt>
                  <c:pt idx="81">
                    <c:v>108</c:v>
                  </c:pt>
                  <c:pt idx="82">
                    <c:v>109</c:v>
                  </c:pt>
                  <c:pt idx="83">
                    <c:v>111</c:v>
                  </c:pt>
                  <c:pt idx="84">
                    <c:v>112</c:v>
                  </c:pt>
                  <c:pt idx="85">
                    <c:v>113</c:v>
                  </c:pt>
                  <c:pt idx="86">
                    <c:v>115</c:v>
                  </c:pt>
                  <c:pt idx="87">
                    <c:v>116</c:v>
                  </c:pt>
                  <c:pt idx="88">
                    <c:v>117</c:v>
                  </c:pt>
                  <c:pt idx="89">
                    <c:v>119</c:v>
                  </c:pt>
                  <c:pt idx="90">
                    <c:v>120</c:v>
                  </c:pt>
                  <c:pt idx="91">
                    <c:v>121</c:v>
                  </c:pt>
                  <c:pt idx="92">
                    <c:v>123</c:v>
                  </c:pt>
                  <c:pt idx="93">
                    <c:v>124</c:v>
                  </c:pt>
                  <c:pt idx="94">
                    <c:v>125</c:v>
                  </c:pt>
                  <c:pt idx="95">
                    <c:v>127</c:v>
                  </c:pt>
                  <c:pt idx="96">
                    <c:v>128</c:v>
                  </c:pt>
                  <c:pt idx="97">
                    <c:v>129</c:v>
                  </c:pt>
                  <c:pt idx="98">
                    <c:v>131</c:v>
                  </c:pt>
                  <c:pt idx="99">
                    <c:v>132</c:v>
                  </c:pt>
                  <c:pt idx="100">
                    <c:v>133</c:v>
                  </c:pt>
                  <c:pt idx="101">
                    <c:v>135</c:v>
                  </c:pt>
                  <c:pt idx="102">
                    <c:v>136</c:v>
                  </c:pt>
                  <c:pt idx="103">
                    <c:v>137</c:v>
                  </c:pt>
                  <c:pt idx="104">
                    <c:v>139</c:v>
                  </c:pt>
                  <c:pt idx="105">
                    <c:v>140</c:v>
                  </c:pt>
                  <c:pt idx="106">
                    <c:v>141</c:v>
                  </c:pt>
                  <c:pt idx="107">
                    <c:v>143</c:v>
                  </c:pt>
                  <c:pt idx="108">
                    <c:v>144</c:v>
                  </c:pt>
                  <c:pt idx="109">
                    <c:v>145</c:v>
                  </c:pt>
                  <c:pt idx="110">
                    <c:v>147</c:v>
                  </c:pt>
                  <c:pt idx="111">
                    <c:v>148</c:v>
                  </c:pt>
                  <c:pt idx="112">
                    <c:v>149</c:v>
                  </c:pt>
                  <c:pt idx="113">
                    <c:v>151</c:v>
                  </c:pt>
                  <c:pt idx="114">
                    <c:v>152</c:v>
                  </c:pt>
                  <c:pt idx="115">
                    <c:v>153</c:v>
                  </c:pt>
                  <c:pt idx="116">
                    <c:v>155</c:v>
                  </c:pt>
                  <c:pt idx="117">
                    <c:v>156</c:v>
                  </c:pt>
                  <c:pt idx="118">
                    <c:v>157</c:v>
                  </c:pt>
                  <c:pt idx="119">
                    <c:v>159</c:v>
                  </c:pt>
                  <c:pt idx="120">
                    <c:v>160</c:v>
                  </c:pt>
                  <c:pt idx="121">
                    <c:v>161</c:v>
                  </c:pt>
                  <c:pt idx="122">
                    <c:v>163</c:v>
                  </c:pt>
                </c:lvl>
              </c:multiLvlStrCache>
            </c:multiLvlStrRef>
          </c:cat>
          <c:val>
            <c:numRef>
              <c:f>Sheet1!$B$2:$B$124</c:f>
              <c:numCache>
                <c:formatCode>General</c:formatCode>
                <c:ptCount val="123"/>
                <c:pt idx="0">
                  <c:v>2.5</c:v>
                </c:pt>
                <c:pt idx="1">
                  <c:v>1.6</c:v>
                </c:pt>
                <c:pt idx="2">
                  <c:v>0</c:v>
                </c:pt>
                <c:pt idx="3">
                  <c:v>2.2</c:v>
                </c:pt>
                <c:pt idx="4">
                  <c:v>2.2</c:v>
                </c:pt>
                <c:pt idx="5">
                  <c:v>3</c:v>
                </c:pt>
                <c:pt idx="6">
                  <c:v>2.7</c:v>
                </c:pt>
                <c:pt idx="7">
                  <c:v>2.6</c:v>
                </c:pt>
                <c:pt idx="8">
                  <c:v>2.3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3.2</c:v>
                </c:pt>
                <c:pt idx="14">
                  <c:v>2.5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2.9</c:v>
                </c:pt>
                <c:pt idx="23">
                  <c:v>0</c:v>
                </c:pt>
                <c:pt idx="24">
                  <c:v>3.4</c:v>
                </c:pt>
                <c:pt idx="25">
                  <c:v>0</c:v>
                </c:pt>
                <c:pt idx="26">
                  <c:v>2.5</c:v>
                </c:pt>
                <c:pt idx="27">
                  <c:v>2.8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3.2</c:v>
                </c:pt>
                <c:pt idx="32">
                  <c:v>0</c:v>
                </c:pt>
                <c:pt idx="33">
                  <c:v>1.8</c:v>
                </c:pt>
                <c:pt idx="34">
                  <c:v>0</c:v>
                </c:pt>
                <c:pt idx="35">
                  <c:v>0</c:v>
                </c:pt>
                <c:pt idx="36">
                  <c:v>3.7</c:v>
                </c:pt>
                <c:pt idx="37">
                  <c:v>3.2</c:v>
                </c:pt>
                <c:pt idx="38">
                  <c:v>0</c:v>
                </c:pt>
                <c:pt idx="39">
                  <c:v>0</c:v>
                </c:pt>
                <c:pt idx="40">
                  <c:v>3.3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3.6</c:v>
                </c:pt>
                <c:pt idx="48">
                  <c:v>2.2</c:v>
                </c:pt>
                <c:pt idx="49">
                  <c:v>0</c:v>
                </c:pt>
                <c:pt idx="50">
                  <c:v>0</c:v>
                </c:pt>
                <c:pt idx="51">
                  <c:v>2.2</c:v>
                </c:pt>
                <c:pt idx="52">
                  <c:v>2.2</c:v>
                </c:pt>
                <c:pt idx="53">
                  <c:v>0</c:v>
                </c:pt>
                <c:pt idx="54">
                  <c:v>2.6</c:v>
                </c:pt>
                <c:pt idx="55">
                  <c:v>1.9</c:v>
                </c:pt>
                <c:pt idx="56">
                  <c:v>2.1</c:v>
                </c:pt>
                <c:pt idx="57">
                  <c:v>2.7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1.9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3.3</c:v>
                </c:pt>
                <c:pt idx="67">
                  <c:v>10.7</c:v>
                </c:pt>
                <c:pt idx="68">
                  <c:v>13.2</c:v>
                </c:pt>
                <c:pt idx="69">
                  <c:v>16</c:v>
                </c:pt>
                <c:pt idx="70">
                  <c:v>15.8</c:v>
                </c:pt>
                <c:pt idx="71">
                  <c:v>17.7</c:v>
                </c:pt>
                <c:pt idx="72">
                  <c:v>20.4</c:v>
                </c:pt>
                <c:pt idx="73">
                  <c:v>23.7</c:v>
                </c:pt>
                <c:pt idx="74">
                  <c:v>21.5</c:v>
                </c:pt>
                <c:pt idx="75">
                  <c:v>21.7</c:v>
                </c:pt>
                <c:pt idx="76">
                  <c:v>23.1</c:v>
                </c:pt>
                <c:pt idx="77">
                  <c:v>24.7</c:v>
                </c:pt>
                <c:pt idx="78">
                  <c:v>29.6</c:v>
                </c:pt>
                <c:pt idx="79">
                  <c:v>31.8</c:v>
                </c:pt>
                <c:pt idx="80">
                  <c:v>25.9</c:v>
                </c:pt>
                <c:pt idx="81">
                  <c:v>32.8</c:v>
                </c:pt>
                <c:pt idx="82">
                  <c:v>35.6</c:v>
                </c:pt>
                <c:pt idx="83">
                  <c:v>39.3</c:v>
                </c:pt>
                <c:pt idx="84">
                  <c:v>37.3</c:v>
                </c:pt>
                <c:pt idx="85">
                  <c:v>32.4</c:v>
                </c:pt>
                <c:pt idx="86">
                  <c:v>45.8</c:v>
                </c:pt>
                <c:pt idx="87">
                  <c:v>39.2</c:v>
                </c:pt>
                <c:pt idx="88">
                  <c:v>84.8</c:v>
                </c:pt>
                <c:pt idx="89">
                  <c:v>75.6</c:v>
                </c:pt>
                <c:pt idx="90">
                  <c:v>66.8</c:v>
                </c:pt>
                <c:pt idx="91">
                  <c:v>65.5</c:v>
                </c:pt>
                <c:pt idx="92">
                  <c:v>66.2</c:v>
                </c:pt>
                <c:pt idx="93">
                  <c:v>52.7</c:v>
                </c:pt>
                <c:pt idx="94">
                  <c:v>50.1</c:v>
                </c:pt>
                <c:pt idx="95">
                  <c:v>41</c:v>
                </c:pt>
                <c:pt idx="96">
                  <c:v>27</c:v>
                </c:pt>
                <c:pt idx="97">
                  <c:v>28.2</c:v>
                </c:pt>
                <c:pt idx="98">
                  <c:v>19.8</c:v>
                </c:pt>
                <c:pt idx="99">
                  <c:v>22.3</c:v>
                </c:pt>
                <c:pt idx="100">
                  <c:v>22.1</c:v>
                </c:pt>
                <c:pt idx="101">
                  <c:v>25.7</c:v>
                </c:pt>
                <c:pt idx="102">
                  <c:v>30.4</c:v>
                </c:pt>
                <c:pt idx="103">
                  <c:v>43.4</c:v>
                </c:pt>
                <c:pt idx="104">
                  <c:v>76</c:v>
                </c:pt>
                <c:pt idx="105">
                  <c:v>65.2</c:v>
                </c:pt>
                <c:pt idx="106">
                  <c:v>75.5</c:v>
                </c:pt>
                <c:pt idx="107">
                  <c:v>76.1</c:v>
                </c:pt>
                <c:pt idx="108">
                  <c:v>57</c:v>
                </c:pt>
                <c:pt idx="109">
                  <c:v>56.3</c:v>
                </c:pt>
                <c:pt idx="110">
                  <c:v>53.4</c:v>
                </c:pt>
                <c:pt idx="111">
                  <c:v>50.2</c:v>
                </c:pt>
                <c:pt idx="112">
                  <c:v>29.5</c:v>
                </c:pt>
                <c:pt idx="113">
                  <c:v>71.3</c:v>
                </c:pt>
                <c:pt idx="114">
                  <c:v>63.7</c:v>
                </c:pt>
                <c:pt idx="115">
                  <c:v>62.8</c:v>
                </c:pt>
                <c:pt idx="116">
                  <c:v>44.5</c:v>
                </c:pt>
                <c:pt idx="117">
                  <c:v>78</c:v>
                </c:pt>
                <c:pt idx="118">
                  <c:v>53.5</c:v>
                </c:pt>
                <c:pt idx="119">
                  <c:v>63.2</c:v>
                </c:pt>
                <c:pt idx="120">
                  <c:v>39.3</c:v>
                </c:pt>
                <c:pt idx="121">
                  <c:v>46.1</c:v>
                </c:pt>
                <c:pt idx="122">
                  <c:v>27.1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Bearings 2-4 (strongest)</c:v>
                </c:pt>
              </c:strCache>
            </c:strRef>
          </c:tx>
          <c:spPr>
            <a:solidFill>
              <a:srgbClr val="9AA6C4"/>
            </a:solidFill>
            <a:ln w="25400" cap="flat">
              <a:solidFill>
                <a:srgbClr val="9AA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6C4"/>
              </a:solidFill>
              <a:ln w="9525" cap="flat">
                <a:solidFill>
                  <a:srgbClr val="9AA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Sheet1!$A$2:$A$124</c:f>
              <c:multiLvlStrCache>
                <c:ptCount val="123"/>
                <c:lvl>
                  <c:pt idx="0">
                    <c:v>0</c:v>
                  </c:pt>
                  <c:pt idx="1">
                    <c:v>1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11</c:v>
                  </c:pt>
                  <c:pt idx="9">
                    <c:v>12</c:v>
                  </c:pt>
                  <c:pt idx="10">
                    <c:v>13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  <c:pt idx="14">
                    <c:v>19</c:v>
                  </c:pt>
                  <c:pt idx="15">
                    <c:v>20</c:v>
                  </c:pt>
                  <c:pt idx="16">
                    <c:v>21</c:v>
                  </c:pt>
                  <c:pt idx="17">
                    <c:v>23</c:v>
                  </c:pt>
                  <c:pt idx="18">
                    <c:v>24</c:v>
                  </c:pt>
                  <c:pt idx="19">
                    <c:v>25</c:v>
                  </c:pt>
                  <c:pt idx="20">
                    <c:v>27</c:v>
                  </c:pt>
                  <c:pt idx="21">
                    <c:v>28</c:v>
                  </c:pt>
                  <c:pt idx="22">
                    <c:v>29</c:v>
                  </c:pt>
                  <c:pt idx="23">
                    <c:v>31</c:v>
                  </c:pt>
                  <c:pt idx="24">
                    <c:v>32</c:v>
                  </c:pt>
                  <c:pt idx="25">
                    <c:v>33</c:v>
                  </c:pt>
                  <c:pt idx="26">
                    <c:v>35</c:v>
                  </c:pt>
                  <c:pt idx="27">
                    <c:v>36</c:v>
                  </c:pt>
                  <c:pt idx="28">
                    <c:v>37</c:v>
                  </c:pt>
                  <c:pt idx="29">
                    <c:v>39</c:v>
                  </c:pt>
                  <c:pt idx="30">
                    <c:v>40</c:v>
                  </c:pt>
                  <c:pt idx="31">
                    <c:v>41</c:v>
                  </c:pt>
                  <c:pt idx="32">
                    <c:v>43</c:v>
                  </c:pt>
                  <c:pt idx="33">
                    <c:v>44</c:v>
                  </c:pt>
                  <c:pt idx="34">
                    <c:v>45</c:v>
                  </c:pt>
                  <c:pt idx="35">
                    <c:v>47</c:v>
                  </c:pt>
                  <c:pt idx="36">
                    <c:v>48</c:v>
                  </c:pt>
                  <c:pt idx="37">
                    <c:v>49</c:v>
                  </c:pt>
                  <c:pt idx="38">
                    <c:v>51</c:v>
                  </c:pt>
                  <c:pt idx="39">
                    <c:v>52</c:v>
                  </c:pt>
                  <c:pt idx="40">
                    <c:v>53</c:v>
                  </c:pt>
                  <c:pt idx="41">
                    <c:v>55</c:v>
                  </c:pt>
                  <c:pt idx="42">
                    <c:v>56</c:v>
                  </c:pt>
                  <c:pt idx="43">
                    <c:v>57</c:v>
                  </c:pt>
                  <c:pt idx="44">
                    <c:v>59</c:v>
                  </c:pt>
                  <c:pt idx="45">
                    <c:v>60</c:v>
                  </c:pt>
                  <c:pt idx="46">
                    <c:v>61</c:v>
                  </c:pt>
                  <c:pt idx="47">
                    <c:v>63</c:v>
                  </c:pt>
                  <c:pt idx="48">
                    <c:v>64</c:v>
                  </c:pt>
                  <c:pt idx="49">
                    <c:v>65</c:v>
                  </c:pt>
                  <c:pt idx="50">
                    <c:v>67</c:v>
                  </c:pt>
                  <c:pt idx="51">
                    <c:v>68</c:v>
                  </c:pt>
                  <c:pt idx="52">
                    <c:v>69</c:v>
                  </c:pt>
                  <c:pt idx="53">
                    <c:v>71</c:v>
                  </c:pt>
                  <c:pt idx="54">
                    <c:v>72</c:v>
                  </c:pt>
                  <c:pt idx="55">
                    <c:v>73</c:v>
                  </c:pt>
                  <c:pt idx="56">
                    <c:v>75</c:v>
                  </c:pt>
                  <c:pt idx="57">
                    <c:v>76</c:v>
                  </c:pt>
                  <c:pt idx="58">
                    <c:v>77</c:v>
                  </c:pt>
                  <c:pt idx="59">
                    <c:v>79</c:v>
                  </c:pt>
                  <c:pt idx="60">
                    <c:v>80</c:v>
                  </c:pt>
                  <c:pt idx="61">
                    <c:v>81</c:v>
                  </c:pt>
                  <c:pt idx="62">
                    <c:v>83</c:v>
                  </c:pt>
                  <c:pt idx="63">
                    <c:v>84</c:v>
                  </c:pt>
                  <c:pt idx="64">
                    <c:v>85</c:v>
                  </c:pt>
                  <c:pt idx="65">
                    <c:v>87</c:v>
                  </c:pt>
                  <c:pt idx="66">
                    <c:v>88</c:v>
                  </c:pt>
                  <c:pt idx="67">
                    <c:v>89</c:v>
                  </c:pt>
                  <c:pt idx="68">
                    <c:v>91</c:v>
                  </c:pt>
                  <c:pt idx="69">
                    <c:v>92</c:v>
                  </c:pt>
                  <c:pt idx="70">
                    <c:v>93</c:v>
                  </c:pt>
                  <c:pt idx="71">
                    <c:v>95</c:v>
                  </c:pt>
                  <c:pt idx="72">
                    <c:v>96</c:v>
                  </c:pt>
                  <c:pt idx="73">
                    <c:v>97</c:v>
                  </c:pt>
                  <c:pt idx="74">
                    <c:v>99</c:v>
                  </c:pt>
                  <c:pt idx="75">
                    <c:v>100</c:v>
                  </c:pt>
                  <c:pt idx="76">
                    <c:v>101</c:v>
                  </c:pt>
                  <c:pt idx="77">
                    <c:v>103</c:v>
                  </c:pt>
                  <c:pt idx="78">
                    <c:v>104</c:v>
                  </c:pt>
                  <c:pt idx="79">
                    <c:v>105</c:v>
                  </c:pt>
                  <c:pt idx="80">
                    <c:v>107</c:v>
                  </c:pt>
                  <c:pt idx="81">
                    <c:v>108</c:v>
                  </c:pt>
                  <c:pt idx="82">
                    <c:v>109</c:v>
                  </c:pt>
                  <c:pt idx="83">
                    <c:v>111</c:v>
                  </c:pt>
                  <c:pt idx="84">
                    <c:v>112</c:v>
                  </c:pt>
                  <c:pt idx="85">
                    <c:v>113</c:v>
                  </c:pt>
                  <c:pt idx="86">
                    <c:v>115</c:v>
                  </c:pt>
                  <c:pt idx="87">
                    <c:v>116</c:v>
                  </c:pt>
                  <c:pt idx="88">
                    <c:v>117</c:v>
                  </c:pt>
                  <c:pt idx="89">
                    <c:v>119</c:v>
                  </c:pt>
                  <c:pt idx="90">
                    <c:v>120</c:v>
                  </c:pt>
                  <c:pt idx="91">
                    <c:v>121</c:v>
                  </c:pt>
                  <c:pt idx="92">
                    <c:v>123</c:v>
                  </c:pt>
                  <c:pt idx="93">
                    <c:v>124</c:v>
                  </c:pt>
                  <c:pt idx="94">
                    <c:v>125</c:v>
                  </c:pt>
                  <c:pt idx="95">
                    <c:v>127</c:v>
                  </c:pt>
                  <c:pt idx="96">
                    <c:v>128</c:v>
                  </c:pt>
                  <c:pt idx="97">
                    <c:v>129</c:v>
                  </c:pt>
                  <c:pt idx="98">
                    <c:v>131</c:v>
                  </c:pt>
                  <c:pt idx="99">
                    <c:v>132</c:v>
                  </c:pt>
                  <c:pt idx="100">
                    <c:v>133</c:v>
                  </c:pt>
                  <c:pt idx="101">
                    <c:v>135</c:v>
                  </c:pt>
                  <c:pt idx="102">
                    <c:v>136</c:v>
                  </c:pt>
                  <c:pt idx="103">
                    <c:v>137</c:v>
                  </c:pt>
                  <c:pt idx="104">
                    <c:v>139</c:v>
                  </c:pt>
                  <c:pt idx="105">
                    <c:v>140</c:v>
                  </c:pt>
                  <c:pt idx="106">
                    <c:v>141</c:v>
                  </c:pt>
                  <c:pt idx="107">
                    <c:v>143</c:v>
                  </c:pt>
                  <c:pt idx="108">
                    <c:v>144</c:v>
                  </c:pt>
                  <c:pt idx="109">
                    <c:v>145</c:v>
                  </c:pt>
                  <c:pt idx="110">
                    <c:v>147</c:v>
                  </c:pt>
                  <c:pt idx="111">
                    <c:v>148</c:v>
                  </c:pt>
                  <c:pt idx="112">
                    <c:v>149</c:v>
                  </c:pt>
                  <c:pt idx="113">
                    <c:v>151</c:v>
                  </c:pt>
                  <c:pt idx="114">
                    <c:v>152</c:v>
                  </c:pt>
                  <c:pt idx="115">
                    <c:v>153</c:v>
                  </c:pt>
                  <c:pt idx="116">
                    <c:v>155</c:v>
                  </c:pt>
                  <c:pt idx="117">
                    <c:v>156</c:v>
                  </c:pt>
                  <c:pt idx="118">
                    <c:v>157</c:v>
                  </c:pt>
                  <c:pt idx="119">
                    <c:v>159</c:v>
                  </c:pt>
                  <c:pt idx="120">
                    <c:v>160</c:v>
                  </c:pt>
                  <c:pt idx="121">
                    <c:v>161</c:v>
                  </c:pt>
                  <c:pt idx="122">
                    <c:v>163</c:v>
                  </c:pt>
                </c:lvl>
              </c:multiLvlStrCache>
            </c:multiLvlStrRef>
          </c:cat>
          <c:val>
            <c:numRef>
              <c:f>Sheet1!$C$2:$C$124</c:f>
              <c:numCache>
                <c:formatCode>General</c:formatCode>
                <c:ptCount val="123"/>
                <c:pt idx="0">
                  <c:v>5</c:v>
                </c:pt>
                <c:pt idx="1">
                  <c:v>3.5</c:v>
                </c:pt>
                <c:pt idx="2">
                  <c:v>2.1</c:v>
                </c:pt>
                <c:pt idx="3">
                  <c:v>4.6</c:v>
                </c:pt>
                <c:pt idx="4">
                  <c:v>0</c:v>
                </c:pt>
                <c:pt idx="5">
                  <c:v>2.1</c:v>
                </c:pt>
                <c:pt idx="6">
                  <c:v>0</c:v>
                </c:pt>
                <c:pt idx="7">
                  <c:v>3.8</c:v>
                </c:pt>
                <c:pt idx="8">
                  <c:v>2.4</c:v>
                </c:pt>
                <c:pt idx="9">
                  <c:v>4.2</c:v>
                </c:pt>
                <c:pt idx="10">
                  <c:v>3.5</c:v>
                </c:pt>
                <c:pt idx="11">
                  <c:v>2.4</c:v>
                </c:pt>
                <c:pt idx="12">
                  <c:v>3.9</c:v>
                </c:pt>
                <c:pt idx="13">
                  <c:v>3.1</c:v>
                </c:pt>
                <c:pt idx="14">
                  <c:v>1.9</c:v>
                </c:pt>
                <c:pt idx="15">
                  <c:v>5.1</c:v>
                </c:pt>
                <c:pt idx="16">
                  <c:v>5.6</c:v>
                </c:pt>
                <c:pt idx="17">
                  <c:v>2.3</c:v>
                </c:pt>
                <c:pt idx="18">
                  <c:v>0</c:v>
                </c:pt>
                <c:pt idx="19">
                  <c:v>3.6</c:v>
                </c:pt>
                <c:pt idx="20">
                  <c:v>3.6</c:v>
                </c:pt>
                <c:pt idx="21">
                  <c:v>3.6</c:v>
                </c:pt>
                <c:pt idx="22">
                  <c:v>2</c:v>
                </c:pt>
                <c:pt idx="23">
                  <c:v>3.8</c:v>
                </c:pt>
                <c:pt idx="24">
                  <c:v>2.2</c:v>
                </c:pt>
                <c:pt idx="25">
                  <c:v>3.3</c:v>
                </c:pt>
                <c:pt idx="26">
                  <c:v>3</c:v>
                </c:pt>
                <c:pt idx="27">
                  <c:v>3.7</c:v>
                </c:pt>
                <c:pt idx="28">
                  <c:v>3.4</c:v>
                </c:pt>
                <c:pt idx="29">
                  <c:v>3</c:v>
                </c:pt>
                <c:pt idx="30">
                  <c:v>4.3</c:v>
                </c:pt>
                <c:pt idx="31">
                  <c:v>1.9</c:v>
                </c:pt>
                <c:pt idx="32">
                  <c:v>4.1</c:v>
                </c:pt>
                <c:pt idx="33">
                  <c:v>3.3</c:v>
                </c:pt>
                <c:pt idx="34">
                  <c:v>2.6</c:v>
                </c:pt>
                <c:pt idx="35">
                  <c:v>2.5</c:v>
                </c:pt>
                <c:pt idx="36">
                  <c:v>2.2</c:v>
                </c:pt>
                <c:pt idx="37">
                  <c:v>2.6</c:v>
                </c:pt>
                <c:pt idx="38">
                  <c:v>2.4</c:v>
                </c:pt>
                <c:pt idx="39">
                  <c:v>3.4</c:v>
                </c:pt>
                <c:pt idx="40">
                  <c:v>3.7</c:v>
                </c:pt>
                <c:pt idx="41">
                  <c:v>4.2</c:v>
                </c:pt>
                <c:pt idx="42">
                  <c:v>2.7</c:v>
                </c:pt>
                <c:pt idx="43">
                  <c:v>0</c:v>
                </c:pt>
                <c:pt idx="44">
                  <c:v>2.9</c:v>
                </c:pt>
                <c:pt idx="45">
                  <c:v>2.6</c:v>
                </c:pt>
                <c:pt idx="46">
                  <c:v>3</c:v>
                </c:pt>
                <c:pt idx="47">
                  <c:v>3.1</c:v>
                </c:pt>
                <c:pt idx="48">
                  <c:v>3.8</c:v>
                </c:pt>
                <c:pt idx="49">
                  <c:v>2.7</c:v>
                </c:pt>
                <c:pt idx="50">
                  <c:v>1.4</c:v>
                </c:pt>
                <c:pt idx="51">
                  <c:v>2.2</c:v>
                </c:pt>
                <c:pt idx="52">
                  <c:v>2.6</c:v>
                </c:pt>
                <c:pt idx="53">
                  <c:v>2.5</c:v>
                </c:pt>
                <c:pt idx="54">
                  <c:v>2.2</c:v>
                </c:pt>
                <c:pt idx="55">
                  <c:v>2.5</c:v>
                </c:pt>
                <c:pt idx="56">
                  <c:v>2.7</c:v>
                </c:pt>
                <c:pt idx="57">
                  <c:v>2.7</c:v>
                </c:pt>
                <c:pt idx="58">
                  <c:v>2.4</c:v>
                </c:pt>
                <c:pt idx="59">
                  <c:v>2.7</c:v>
                </c:pt>
                <c:pt idx="60">
                  <c:v>4.9</c:v>
                </c:pt>
                <c:pt idx="61">
                  <c:v>0</c:v>
                </c:pt>
                <c:pt idx="62">
                  <c:v>0</c:v>
                </c:pt>
                <c:pt idx="63">
                  <c:v>5.2</c:v>
                </c:pt>
                <c:pt idx="64">
                  <c:v>3.1</c:v>
                </c:pt>
                <c:pt idx="65">
                  <c:v>2.5</c:v>
                </c:pt>
                <c:pt idx="66">
                  <c:v>3.9</c:v>
                </c:pt>
                <c:pt idx="67">
                  <c:v>3.1</c:v>
                </c:pt>
                <c:pt idx="68">
                  <c:v>3.7</c:v>
                </c:pt>
                <c:pt idx="69">
                  <c:v>0</c:v>
                </c:pt>
                <c:pt idx="70">
                  <c:v>0</c:v>
                </c:pt>
                <c:pt idx="71">
                  <c:v>2.7</c:v>
                </c:pt>
                <c:pt idx="72">
                  <c:v>4.3</c:v>
                </c:pt>
                <c:pt idx="73">
                  <c:v>3.2</c:v>
                </c:pt>
                <c:pt idx="74">
                  <c:v>0</c:v>
                </c:pt>
                <c:pt idx="75">
                  <c:v>2.4</c:v>
                </c:pt>
                <c:pt idx="76">
                  <c:v>4.2</c:v>
                </c:pt>
                <c:pt idx="77">
                  <c:v>3.7</c:v>
                </c:pt>
                <c:pt idx="78">
                  <c:v>3.5</c:v>
                </c:pt>
                <c:pt idx="79">
                  <c:v>3</c:v>
                </c:pt>
                <c:pt idx="80">
                  <c:v>5.6</c:v>
                </c:pt>
                <c:pt idx="81">
                  <c:v>0</c:v>
                </c:pt>
                <c:pt idx="82">
                  <c:v>4.1</c:v>
                </c:pt>
                <c:pt idx="83">
                  <c:v>3.7</c:v>
                </c:pt>
                <c:pt idx="84">
                  <c:v>4.8</c:v>
                </c:pt>
                <c:pt idx="85">
                  <c:v>4.3</c:v>
                </c:pt>
                <c:pt idx="86">
                  <c:v>5.3</c:v>
                </c:pt>
                <c:pt idx="87">
                  <c:v>3.2</c:v>
                </c:pt>
                <c:pt idx="88">
                  <c:v>10</c:v>
                </c:pt>
                <c:pt idx="89">
                  <c:v>12</c:v>
                </c:pt>
                <c:pt idx="90">
                  <c:v>11.5</c:v>
                </c:pt>
                <c:pt idx="91">
                  <c:v>10.2</c:v>
                </c:pt>
                <c:pt idx="92">
                  <c:v>9.4</c:v>
                </c:pt>
                <c:pt idx="93">
                  <c:v>9.8</c:v>
                </c:pt>
                <c:pt idx="94">
                  <c:v>7.7</c:v>
                </c:pt>
                <c:pt idx="95">
                  <c:v>7.3</c:v>
                </c:pt>
                <c:pt idx="96">
                  <c:v>4.3</c:v>
                </c:pt>
                <c:pt idx="97">
                  <c:v>5.6</c:v>
                </c:pt>
                <c:pt idx="98">
                  <c:v>4.7</c:v>
                </c:pt>
                <c:pt idx="99">
                  <c:v>5.2</c:v>
                </c:pt>
                <c:pt idx="100">
                  <c:v>5.3</c:v>
                </c:pt>
                <c:pt idx="101">
                  <c:v>7.2</c:v>
                </c:pt>
                <c:pt idx="102">
                  <c:v>5.2</c:v>
                </c:pt>
                <c:pt idx="103">
                  <c:v>6.7</c:v>
                </c:pt>
                <c:pt idx="104">
                  <c:v>11.2</c:v>
                </c:pt>
                <c:pt idx="105">
                  <c:v>8.2</c:v>
                </c:pt>
                <c:pt idx="106">
                  <c:v>7.4</c:v>
                </c:pt>
                <c:pt idx="107">
                  <c:v>10.7</c:v>
                </c:pt>
                <c:pt idx="108">
                  <c:v>11.8</c:v>
                </c:pt>
                <c:pt idx="109">
                  <c:v>11</c:v>
                </c:pt>
                <c:pt idx="110">
                  <c:v>8.4</c:v>
                </c:pt>
                <c:pt idx="111">
                  <c:v>8.6</c:v>
                </c:pt>
                <c:pt idx="112">
                  <c:v>5.2</c:v>
                </c:pt>
                <c:pt idx="113">
                  <c:v>11</c:v>
                </c:pt>
                <c:pt idx="114">
                  <c:v>11.8</c:v>
                </c:pt>
                <c:pt idx="115">
                  <c:v>10.9</c:v>
                </c:pt>
                <c:pt idx="116">
                  <c:v>9.9</c:v>
                </c:pt>
                <c:pt idx="117">
                  <c:v>14.3</c:v>
                </c:pt>
                <c:pt idx="118">
                  <c:v>10</c:v>
                </c:pt>
                <c:pt idx="119">
                  <c:v>23.3</c:v>
                </c:pt>
                <c:pt idx="120">
                  <c:v>14.5</c:v>
                </c:pt>
                <c:pt idx="121">
                  <c:v>11.5</c:v>
                </c:pt>
                <c:pt idx="122">
                  <c:v>26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521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5213F"/>
                </a:solidFill>
                <a:latin typeface="Arial"/>
              </a:rPr>
              <a:t>RUL error, RMSE in cycles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AeroMind LSTM</c:v>
                </c:pt>
              </c:strCache>
            </c:strRef>
          </c:tx>
          <c:spPr>
            <a:solidFill>
              <a:srgbClr val="3257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16.003</c:v>
                </c:pt>
                <c:pt idx="1">
                  <c:v>14.645</c:v>
                </c:pt>
                <c:pt idx="2">
                  <c:v>16.11</c:v>
                </c:pt>
                <c:pt idx="3">
                  <c:v>15.781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AeroMind trees</c:v>
                </c:pt>
              </c:strCache>
            </c:strRef>
          </c:tx>
          <c:spPr>
            <a:solidFill>
              <a:srgbClr val="8FA7D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19.377</c:v>
                </c:pt>
                <c:pt idx="1">
                  <c:v>17.745</c:v>
                </c:pt>
                <c:pt idx="2">
                  <c:v>22.255</c:v>
                </c:pt>
                <c:pt idx="3">
                  <c:v>20.1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Constant baseline</c:v>
                </c:pt>
              </c:strCache>
            </c:strRef>
          </c:tx>
          <c:spPr>
            <a:solidFill>
              <a:srgbClr val="C9CFD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FD001</c:v>
                  </c:pt>
                  <c:pt idx="1">
                    <c:v>FD002</c:v>
                  </c:pt>
                  <c:pt idx="2">
                    <c:v>FD003</c:v>
                  </c:pt>
                  <c:pt idx="3">
                    <c:v>FD004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48.5</c:v>
                </c:pt>
                <c:pt idx="1">
                  <c:v>52.4</c:v>
                </c:pt>
                <c:pt idx="2">
                  <c:v>62.9</c:v>
                </c:pt>
                <c:pt idx="3">
                  <c:v>61.9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521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5213F"/>
                </a:solidFill>
                <a:latin typeface="Arial"/>
              </a:rPr>
              <a:t>Cost saving vs reactive maintenance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AeroMind</c:v>
                </c:pt>
              </c:strCache>
            </c:strRef>
          </c:tx>
          <c:spPr>
            <a:solidFill>
              <a:srgbClr val="3257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As measured</c:v>
                  </c:pt>
                  <c:pt idx="1">
                    <c:v>Weak detection,
short warning</c:v>
                  </c:pt>
                  <c:pt idx="2">
                    <c:v>AOG $10k/h</c:v>
                  </c:pt>
                  <c:pt idx="3">
                    <c:v>All harsh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98.6</c:v>
                </c:pt>
                <c:pt idx="1">
                  <c:v>60.4</c:v>
                </c:pt>
                <c:pt idx="2">
                  <c:v>84.2</c:v>
                </c:pt>
                <c:pt idx="3">
                  <c:v>34.4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Fixed interval</c:v>
                </c:pt>
              </c:strCache>
            </c:strRef>
          </c:tx>
          <c:spPr>
            <a:solidFill>
              <a:srgbClr val="C9CFD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As measured</c:v>
                  </c:pt>
                  <c:pt idx="1">
                    <c:v>Weak detection,
short warning</c:v>
                  </c:pt>
                  <c:pt idx="2">
                    <c:v>AOG $10k/h</c:v>
                  </c:pt>
                  <c:pt idx="3">
                    <c:v>All harsh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</c:v>
                </c:pt>
                <c:pt idx="1">
                  <c:v>24</c:v>
                </c:pt>
                <c:pt idx="2">
                  <c:v>-10.4</c:v>
                </c:pt>
                <c:pt idx="3">
                  <c:v>-10.4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521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5213F"/>
                </a:solidFill>
                <a:latin typeface="Arial"/>
              </a:rPr>
              <a:t>Classification accuracy (%), mean of 3 seeds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 only</c:v>
                </c:pt>
              </c:strCache>
            </c:strRef>
          </c:tx>
          <c:spPr>
            <a:solidFill>
              <a:srgbClr val="C9CFD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Fault types seen locally</c:v>
                  </c:pt>
                  <c:pt idx="1">
                    <c:v>Fault types never seen locally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99.6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Federated</c:v>
                </c:pt>
              </c:strCache>
            </c:strRef>
          </c:tx>
          <c:spPr>
            <a:solidFill>
              <a:srgbClr val="3257B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Fault types seen locally</c:v>
                  </c:pt>
                  <c:pt idx="1">
                    <c:v>Fault types never seen locally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92.30000000000001</c:v>
                </c:pt>
                <c:pt idx="1">
                  <c:v>91.3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Pooled raw data (upper bound)</c:v>
                </c:pt>
              </c:strCache>
            </c:strRef>
          </c:tx>
          <c:spPr>
            <a:solidFill>
              <a:srgbClr val="8FA7D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Fault types seen locally</c:v>
                  </c:pt>
                  <c:pt idx="1">
                    <c:v>Fault types never seen locally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5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AeroMind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65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6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Prototype evidence: what the working system does, and what we measured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FY27-605244 · Tata InnoVent 2027 · AI at the Edge Solutions for Aerospace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C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number in this section is regenerated by `python -m aeromind report`. Aircraft data is simulated unless marked REAL DATA.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One second of sensor data in, one decision out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Runs on the aircraft for every 1-second window; only the advisory is downlinked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DE6F7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 health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stuck, drift, spikes,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dropout, range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51790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57B8"/>
                </a:solidFill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4592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1907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Fusion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71907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 features incl.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OAT and altitude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270662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57B8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0779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Anomaly score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0779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Isolation Forest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autoencoder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89534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57B8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9651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Persistence gate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of 8 windows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8406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57B8"/>
                </a:solidFill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8523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Fault class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28523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gradient-boosted trees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context residuals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57B8"/>
                </a:solidFill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395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 + interval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7395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p10 / p50 / p90,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conformal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61504" y="192024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257B8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589520" y="1508760"/>
            <a:ext cx="1078992" cy="1234440"/>
          </a:xfrm>
          <a:prstGeom prst="roundRect">
            <a:avLst>
              <a:gd name="adj" fmla="val 6780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62672" y="161848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+ ACARS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662672" y="2057400"/>
            <a:ext cx="9326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 defect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frequencies, ≤220 chars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 the ground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456432"/>
            <a:ext cx="1947672" cy="1097280"/>
          </a:xfrm>
          <a:prstGeom prst="roundRect">
            <a:avLst>
              <a:gd name="adj" fmla="val 6667"/>
            </a:avLst>
          </a:prstGeom>
          <a:solidFill>
            <a:srgbClr val="DCE5F8"/>
          </a:solidFill>
          <a:ln w="12700">
            <a:solidFill>
              <a:srgbClr val="DCE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547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engine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38404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P(failure before next check) → ground now / replace at next check / defer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32888" y="3456432"/>
            <a:ext cx="1947672" cy="1097280"/>
          </a:xfrm>
          <a:prstGeom prst="roundRect">
            <a:avLst>
              <a:gd name="adj" fmla="val 6667"/>
            </a:avLst>
          </a:prstGeom>
          <a:solidFill>
            <a:srgbClr val="DCE5F8"/>
          </a:solidFill>
          <a:ln w="12700">
            <a:solidFill>
              <a:srgbClr val="DCE5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624328" y="3547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 order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624328" y="38404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task, part, window, evidence and the ACARS text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08576" y="3456432"/>
            <a:ext cx="1947672" cy="1097280"/>
          </a:xfrm>
          <a:prstGeom prst="roundRect">
            <a:avLst>
              <a:gd name="adj" fmla="val 6667"/>
            </a:avLst>
          </a:prstGeom>
          <a:solidFill>
            <a:srgbClr val="DCE5F8"/>
          </a:solidFill>
          <a:ln w="12700">
            <a:solidFill>
              <a:srgbClr val="DCE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0016" y="3547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Fleet ROI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700016" y="38404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reactive vs fixed-interval vs AeroMind, with a sensitivity range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84264" y="3456432"/>
            <a:ext cx="1947672" cy="1097280"/>
          </a:xfrm>
          <a:prstGeom prst="roundRect">
            <a:avLst>
              <a:gd name="adj" fmla="val 6667"/>
            </a:avLst>
          </a:prstGeom>
          <a:solidFill>
            <a:srgbClr val="DCE5F8"/>
          </a:solidFill>
          <a:ln w="12700">
            <a:solidFill>
              <a:srgbClr val="DCE5F8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75704" y="35478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Signed OTA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775704" y="38404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Ed25519 + SHA-256; tampered models rejected, rollback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Measured, not promised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Headline results from the prototype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1600200" cy="219456"/>
          </a:xfrm>
          <a:prstGeom prst="roundRect">
            <a:avLst>
              <a:gd name="adj" fmla="val 20833"/>
            </a:avLst>
          </a:prstGeom>
          <a:solidFill>
            <a:srgbClr val="E070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DATA · NASA IMS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74.8 h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warning before a real bearing's outer-race failure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463040"/>
            <a:ext cx="1600200" cy="219456"/>
          </a:xfrm>
          <a:prstGeom prst="roundRect">
            <a:avLst>
              <a:gd name="adj" fmla="val 20833"/>
            </a:avLst>
          </a:prstGeom>
          <a:solidFill>
            <a:srgbClr val="3257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0.0%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anomaly gate open on healthy flights (98.6% without flight-phase awareness)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463040"/>
            <a:ext cx="1600200" cy="219456"/>
          </a:xfrm>
          <a:prstGeom prst="roundRect">
            <a:avLst>
              <a:gd name="adj" fmla="val 20833"/>
            </a:avLst>
          </a:prstGeom>
          <a:solidFill>
            <a:srgbClr val="3257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37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286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component alarms from 7 kinds of injected sensor failure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154680"/>
            <a:ext cx="1600200" cy="219456"/>
          </a:xfrm>
          <a:prstGeom prst="roundRect">
            <a:avLst>
              <a:gd name="adj" fmla="val 20833"/>
            </a:avLst>
          </a:prstGeom>
          <a:solidFill>
            <a:srgbClr val="3257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5/6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oil contamination correct at first classification under flight phases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3154680"/>
            <a:ext cx="1600200" cy="219456"/>
          </a:xfrm>
          <a:prstGeom prst="roundRect">
            <a:avLst>
              <a:gd name="adj" fmla="val 20833"/>
            </a:avLst>
          </a:prstGeom>
          <a:solidFill>
            <a:srgbClr val="3257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SIMULATED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141/220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characters: every advisory fits one ACARS downlink block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72200" y="3154680"/>
            <a:ext cx="1600200" cy="219456"/>
          </a:xfrm>
          <a:prstGeom prst="roundRect">
            <a:avLst>
              <a:gd name="adj" fmla="val 20833"/>
            </a:avLst>
          </a:prstGeom>
          <a:solidFill>
            <a:srgbClr val="C777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CPU, NOT JETSON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429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1.2 ms</a:t>
            </a:r>
            <a:endParaRPr lang="en-US" sz="28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9776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 window on one CPU thread; 1.8 MB of models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 real data, it sees the failure coming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Left: NASA IMS bearing run-to-failure (REAL). Right: NASA C-MAPSS turbofan RUL benchmark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2976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800600" y="1234440"/>
          <a:ext cx="397764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IMS: alarm and BPFO evidence 74.8 h before the end of the test; bearing 1 has the strongest signature in 98.9% of snapshots once it appears. C-MAPSS: official test split, 3 seeds; C-MAPSS engines are simulated by NASA.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demo: break the aircraft, watch it respond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-m aeromind serve · six simulated aircraft · works offline</a:t>
            </a:r>
            <a:endParaRPr lang="en-US" sz="1200" dirty="0"/>
          </a:p>
        </p:txBody>
      </p:sp>
      <p:pic>
        <p:nvPicPr>
          <p:cNvPr id="4" name="Image 0" descr="gs-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5303520" cy="33147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234440"/>
            <a:ext cx="329184" cy="329184"/>
          </a:xfrm>
          <a:prstGeom prst="ellipse">
            <a:avLst/>
          </a:prstGeom>
          <a:solidFill>
            <a:srgbClr val="3257B8"/>
          </a:solidFill>
          <a:ln w="12700">
            <a:solidFill>
              <a:srgbClr val="3257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234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Inject bearing wear: score rises, gate opens, fault named, RUL falls, physics evidence, decision, work order, ACARS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43600" y="2075688"/>
            <a:ext cx="329184" cy="329184"/>
          </a:xfrm>
          <a:prstGeom prst="ellipse">
            <a:avLst/>
          </a:prstGeom>
          <a:solidFill>
            <a:srgbClr val="3257B8"/>
          </a:solidFill>
          <a:ln w="12700">
            <a:solidFill>
              <a:srgbClr val="3257B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2075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0299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 a temperature sensor: SENSOR_FAULT, channel masked, no false gearbox alarm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43600" y="2916936"/>
            <a:ext cx="329184" cy="329184"/>
          </a:xfrm>
          <a:prstGeom prst="ellipse">
            <a:avLst/>
          </a:prstGeom>
          <a:solidFill>
            <a:srgbClr val="3257B8"/>
          </a:solidFill>
          <a:ln w="12700">
            <a:solidFill>
              <a:srgbClr val="3257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87121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Push a signed model: accepted. Push a tampered one: rejected, fleet stays on the last valid model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43600" y="3758184"/>
            <a:ext cx="329184" cy="329184"/>
          </a:xfrm>
          <a:prstGeom prst="ellipse">
            <a:avLst/>
          </a:prstGeom>
          <a:solidFill>
            <a:srgbClr val="3257B8"/>
          </a:solidFill>
          <a:ln w="12700">
            <a:solidFill>
              <a:srgbClr val="3257B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71246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Drag the what-if slider: the decision changes with the time to the next check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business case holds under harsh assumptions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Maintenance cost vs reactive, 30 aircraft × 3,000 flight hours (simulation)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15000" y="1325880"/>
            <a:ext cx="3063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Reactive: 44 unscheduled removals, 528 AOG hours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AeroMind as measured: 0 unscheduled, 0 AOG hours, 44 parts (fixed interval: 122)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Harsh case: 67% detection, 10% of the warning time, 5 false advisories per 1,000 windows, AOG at $10k/h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Detection and warning times are measured; costs and failure rates are labelled assumptions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fleet learns together, without sharing raw data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aircraft has seen only 2 of 5 fault types; models share weights only (federated averaging)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325880"/>
            <a:ext cx="3063240" cy="3108960"/>
          </a:xfrm>
          <a:prstGeom prst="roundRect">
            <a:avLst>
              <a:gd name="adj" fmla="val 2388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9788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Secure model updates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187452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packages signed with Ed25519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model file pinned by SHA-256 in the signed manifest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Tampered package rejected before install; fleet keeps the last valid model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One-click rollback to the previous version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is not proven yet, and what comes next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6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Limits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flight data: the fleet is simulated; real-data evidence is one bearing rig (IMS) and NASA's simulated engines (C-MAPSS)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yet run on a Jetson or TensorRT; timings are CPU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certification work; decisions follow a configurable prototype policy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Costs and failure rates in the ROI model are assumptions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B6EE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Next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6002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Jetson build and power/latency measurement (kit ready)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multi-sensor data with an operator or MRO partner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Hardware-in-the-loop bench with a vibration sensor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pilot with an MRO work-order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AeroMind prototype evidence</dc:title>
  <dc:subject>PptxGenJS Presentation</dc:subject>
  <dc:creator>PptxGenJS</dc:creator>
  <cp:lastModifiedBy>PptxGenJS</cp:lastModifiedBy>
  <cp:revision>1</cp:revision>
  <dcterms:created xsi:type="dcterms:W3CDTF">2026-10-01T21:00:24Z</dcterms:created>
  <dcterms:modified xsi:type="dcterms:W3CDTF">2026-10-01T21:00:24Z</dcterms:modified>
</cp:coreProperties>
</file>